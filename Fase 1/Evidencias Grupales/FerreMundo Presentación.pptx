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Open Sans SemiBold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7xXC0XJsSr2+XckAFw2U5GX7S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Italic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OpenSansSemiBold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OpenSansSemiBold-italic.fntdata"/><Relationship Id="rId18" Type="http://schemas.openxmlformats.org/officeDocument/2006/relationships/font" Target="fonts/Open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71500" y="2080319"/>
            <a:ext cx="555069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EA580C"/>
                </a:solidFill>
                <a:latin typeface="Montserrat"/>
                <a:ea typeface="Montserrat"/>
                <a:cs typeface="Montserrat"/>
                <a:sym typeface="Montserrat"/>
              </a:rPr>
              <a:t>FerreMundo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" y="3089969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Solución digital compuesta por una plataforma web y una aplicación móvil para la gestión y comercialización de productos de ferretería.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71500" y="4567981"/>
            <a:ext cx="5286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Presentación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62950" y="4968650"/>
            <a:ext cx="4335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Integrantes:</a:t>
            </a:r>
            <a:endParaRPr sz="1200">
              <a:solidFill>
                <a:srgbClr val="94A3B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Open Sans SemiBold"/>
              <a:buChar char="●"/>
            </a:pPr>
            <a:r>
              <a:rPr lang="en-US" sz="1200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Alan Cruz 			</a:t>
            </a:r>
            <a:r>
              <a:rPr lang="en-US" sz="1350">
                <a:solidFill>
                  <a:srgbClr val="EA580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(Jefe de proyecto)</a:t>
            </a:r>
            <a:endParaRPr sz="1200">
              <a:solidFill>
                <a:srgbClr val="94A3B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Open Sans SemiBold"/>
              <a:buChar char="●"/>
            </a:pPr>
            <a:r>
              <a:rPr lang="en-US" sz="1200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Jonatan Gordillo 		</a:t>
            </a:r>
            <a:r>
              <a:rPr lang="en-US" sz="1350">
                <a:solidFill>
                  <a:srgbClr val="EA580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(Desarrollo &amp; QA)</a:t>
            </a:r>
            <a:endParaRPr sz="1200">
              <a:solidFill>
                <a:srgbClr val="94A3B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097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571500" y="1709737"/>
            <a:ext cx="555069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Montserrat"/>
                <a:ea typeface="Montserrat"/>
                <a:cs typeface="Montserrat"/>
                <a:sym typeface="Montserrat"/>
              </a:rPr>
              <a:t>Transformando la experiencia ferretera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71500" y="259556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FerreMundo nace como una propuesta estratégica para digitalizar la experiencia de compra y consulta de productos de ferretería.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71500" y="3561308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Mediante una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plataforma web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y una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aplicación móvil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se crea un ecosistema unificado. Ambas herramientas forman parte del mismo sistema central.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571500" y="4527053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Esto permite que los usuarios puedan acceder a los productos y funcionalidades desde diferentes dispositivos sin fricciones, manteniendo siempre la información sincronizada y centralizada.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097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 b="1" sz="3000">
              <a:solidFill>
                <a:srgbClr val="0369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5059"/>
            <a:ext cx="5286375" cy="3415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45059"/>
            <a:ext cx="5286375" cy="341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1009650" y="2526059"/>
            <a:ext cx="46905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Experiencia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009650" y="2973734"/>
            <a:ext cx="4467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Actualmente, los clientes tienen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dificultades para encontrar información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detallada sobre productos de ferretería de forma rápida y ordenada.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009650" y="3939480"/>
            <a:ext cx="44672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Una navegación que resulta poco intuitiva genera frustración en el proceso de compra, dificultando gravemente la búsqueda eficiente de herramientas y materiales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772275" y="2526059"/>
            <a:ext cx="46905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Fragmentación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772275" y="2973734"/>
            <a:ext cx="44672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Existe una notoria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falta de centralización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 La ausencia de una plataforma unificada que pueda ser consultada tanto en web como en dispositivos móviles aísla a los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772275" y="4213770"/>
            <a:ext cx="4467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Esto limita severamente el acceso a la información comercial y dificulta a los administradores la gestión del inventario, los usuarios y los datos del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5" name="Google Shape;11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55463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55463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937" y="2043112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6334125" y="2219473"/>
            <a:ext cx="5550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Montserrat"/>
                <a:ea typeface="Montserrat"/>
                <a:cs typeface="Montserrat"/>
                <a:sym typeface="Montserrat"/>
              </a:rPr>
              <a:t>Ecosistema Digital Integrado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334125" y="2733823"/>
            <a:ext cx="5286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FerreMundo propone una solución completa mediante la conexión simultánea de un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sitio web y una aplicación móvil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 un único sistema central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334125" y="3699569"/>
            <a:ext cx="5286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Esta sinergia permitirá a los clientes consultar disponibilidad de productos y utilizar las funcionalidades principales de manera fluida, sin importar el dispositivo.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137" y="2119312"/>
            <a:ext cx="34671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571500" y="571500"/>
            <a:ext cx="1160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Propuesta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49852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6886575" y="4855815"/>
            <a:ext cx="459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(Espacio reservado para video/demo de recorrido por ambas plataformas durante la presentación en vivo).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070975" y="4665325"/>
            <a:ext cx="5813700" cy="9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1209675" y="1326075"/>
            <a:ext cx="9534600" cy="3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29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solución digital integrada, compuesta por una plataforma web y una aplicación móvil para FerreMundo, que permita gestionar y presentar productos de ferretería, facilitando el acceso a la información y mejorando la experiencia de los usuarios.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209675" y="1565076"/>
            <a:ext cx="4191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A580C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0563225" y="5664398"/>
            <a:ext cx="4191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A580C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71500" y="431601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1333500" y="1510754"/>
            <a:ext cx="4572000" cy="1251495"/>
          </a:xfrm>
          <a:prstGeom prst="roundRect">
            <a:avLst>
              <a:gd fmla="val 608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905000" y="1701254"/>
            <a:ext cx="38100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Diseño UI/UX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Diseñar interfaces intuitivas centradas en el usuario para la plataforma web y la aplicación móvil.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286500" y="1510754"/>
            <a:ext cx="4572000" cy="1251495"/>
          </a:xfrm>
          <a:prstGeom prst="roundRect">
            <a:avLst>
              <a:gd fmla="val 608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6858000" y="1701254"/>
            <a:ext cx="3810000" cy="8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Autenticación Segura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Implementar un sistema robusto de registro, control de acceso y autenticación de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333500" y="2952750"/>
            <a:ext cx="4572000" cy="1525785"/>
          </a:xfrm>
          <a:prstGeom prst="roundRect">
            <a:avLst>
              <a:gd fmla="val 49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1905000" y="3143250"/>
            <a:ext cx="3810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Gestión de Inventario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Desarrollar módulos y funcionalidades específicas para la gestión</a:t>
            </a:r>
            <a:r>
              <a:rPr lang="en-US" sz="13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 consulta de productos.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286500" y="2952750"/>
            <a:ext cx="4572000" cy="1525785"/>
          </a:xfrm>
          <a:prstGeom prst="roundRect">
            <a:avLst>
              <a:gd fmla="val 49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858000" y="3143250"/>
            <a:ext cx="3810000" cy="11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Integración API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Integrar ambas plataformas (web y móvil) consumiendo una fuente de datos única y centralizada.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333500" y="4669035"/>
            <a:ext cx="4572000" cy="1525785"/>
          </a:xfrm>
          <a:prstGeom prst="roundRect">
            <a:avLst>
              <a:gd fmla="val 49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905000" y="4859535"/>
            <a:ext cx="3810000" cy="11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Arquitectura de Datos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Implementar una base de datos relacional para almacenar y administrar toda la información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286500" y="4669035"/>
            <a:ext cx="4572000" cy="1525785"/>
          </a:xfrm>
          <a:prstGeom prst="roundRect">
            <a:avLst>
              <a:gd fmla="val 49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6858000" y="4859535"/>
            <a:ext cx="3810000" cy="11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Testing y QA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Realizar pruebas exhaustivas para verificar el correcto rendimiento y funcionamiento del software.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71077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71077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0" y="31527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1527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0" y="48690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486906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571500" y="1393625"/>
            <a:ext cx="9523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El proyecto se desarrollará utilizando la metodología tradicional Cascada. Cada etapa de desarrollo se completará secuencialmente antes de avanzar a la siguiente, asegurando documentación sólida y planificación organizada.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71500" y="4521398"/>
            <a:ext cx="11049000" cy="573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2958" y="4883348"/>
            <a:ext cx="638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507968" y="5226248"/>
            <a:ext cx="2668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Análisis y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71500" y="5626298"/>
            <a:ext cx="254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Definición de requerimientos del sistema, estructuración de bases de datos y creación de interfaces gráficas.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5" name="Google Shape;1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4590" y="2416373"/>
            <a:ext cx="666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3343888" y="2759273"/>
            <a:ext cx="2668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3407419" y="3159323"/>
            <a:ext cx="2541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Codificación del sistema backend, plataforma web y aplicación móvil siguiendo las especificaciones del diseño.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8" name="Google Shape;17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0510" y="4883348"/>
            <a:ext cx="666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/>
        </p:nvSpPr>
        <p:spPr>
          <a:xfrm>
            <a:off x="6179808" y="5226248"/>
            <a:ext cx="2668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Integración y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243339" y="5626298"/>
            <a:ext cx="254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Conexión de componentes a la base de datos y ejecución de tests para detectar y corregir errores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1" name="Google Shape;18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6905" y="2644973"/>
            <a:ext cx="685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9015728" y="2987873"/>
            <a:ext cx="2668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9079259" y="3387923"/>
            <a:ext cx="254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Despliegue final de la solución digital (web y app) en sus respectivos entornos de producción.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727820" y="443567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63740" y="443567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399659" y="443567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235579" y="443567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571500" y="571500"/>
            <a:ext cx="1160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Metodología Cascada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